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858000" cy="6903720"/>
  <p:notesSz cx="690372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hyperlink" Target="https://forms.gle/zKfaLDLVMLV1M4vA6" TargetMode="External"/><Relationship Id="rId3" Type="http://schemas.openxmlformats.org/officeDocument/2006/relationships/image" Target="../media/image-1-2.png"/><Relationship Id="rId4" Type="http://schemas.openxmlformats.org/officeDocument/2006/relationships/image" Target="../media/image-1-3.png"/><Relationship Id="rId5" Type="http://schemas.openxmlformats.org/officeDocument/2006/relationships/image" Target="../media/image-1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image" Target="../media/qr-programa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28016"/>
            <a:ext cx="164592" cy="164592"/>
          </a:xfrm>
          <a:prstGeom prst="ellipse">
            <a:avLst/>
          </a:prstGeom>
          <a:solidFill>
            <a:srgbClr val="FFE8D5">
              <a:alpha val="92000"/>
            </a:srgbClr>
          </a:solidFill>
          <a:ln w="12700">
            <a:solidFill>
              <a:srgbClr val="FFE8D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446520" y="201168"/>
            <a:ext cx="219456" cy="219456"/>
          </a:xfrm>
          <a:prstGeom prst="ellipse">
            <a:avLst/>
          </a:prstGeom>
          <a:solidFill>
            <a:srgbClr val="E9BBD0">
              <a:alpha val="92000"/>
            </a:srgbClr>
          </a:solidFill>
          <a:ln w="12700">
            <a:solidFill>
              <a:srgbClr val="E9BBD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291072" y="5870448"/>
            <a:ext cx="146304" cy="146304"/>
          </a:xfrm>
          <a:prstGeom prst="ellipse">
            <a:avLst/>
          </a:prstGeom>
          <a:solidFill>
            <a:srgbClr val="FFE0C2">
              <a:alpha val="82000"/>
            </a:srgbClr>
          </a:solidFill>
          <a:ln w="12700">
            <a:solidFill>
              <a:srgbClr val="FFE0C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30352" y="438912"/>
            <a:ext cx="5797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2400">
                <a:solidFill>
                  <a:srgbClr val="B61760"/>
                </a:solidFill>
                <a:latin typeface="Aptos Display"/>
              </a:rPr>
              <a:t>IV Jornadas Metodológicas y</a:t>
            </a:r>
          </a:p>
          <a:p>
            <a:pPr algn="ctr"/>
            <a:r>
              <a:rPr sz="2400">
                <a:solidFill>
                  <a:srgbClr val="B61760"/>
                </a:solidFill>
                <a:latin typeface="Aptos Display"/>
              </a:rPr>
              <a:t>Multidisciplinares en Métodos Cuantitativos</a:t>
            </a:r>
          </a:p>
        </p:txBody>
      </p:sp>
      <p:sp>
        <p:nvSpPr>
          <p:cNvPr id="6" name="Shape 4"/>
          <p:cNvSpPr/>
          <p:nvPr/>
        </p:nvSpPr>
        <p:spPr>
          <a:xfrm>
            <a:off x="329184" y="1115568"/>
            <a:ext cx="61996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24130">
            <a:solidFill>
              <a:srgbClr val="F39200"/>
            </a:solidFill>
            <a:prstDash val="solid"/>
          </a:ln>
          <a:effectLst>
            <a:outerShdw sx="100000" sy="100000" kx="0" ky="0" algn="bl" rotWithShape="0" blurRad="12700" dist="50800" dir="2700000">
              <a:srgbClr val="FFD0A8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75488" y="1316736"/>
            <a:ext cx="5870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553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📊  Enfoques Modernos de Difference-in-Differences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02920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2525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🎙️ Ponente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512064" y="2432304"/>
            <a:ext cx="685800" cy="0"/>
          </a:xfrm>
          <a:prstGeom prst="line">
            <a:avLst/>
          </a:prstGeom>
          <a:noFill/>
          <a:ln w="26670">
            <a:solidFill>
              <a:srgbClr val="F3920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12064" y="2615184"/>
            <a:ext cx="2075688" cy="2121408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2700">
            <a:solidFill>
              <a:srgbClr val="F7CDAE"/>
            </a:solidFill>
            <a:prstDash val="solid"/>
          </a:ln>
          <a:effectLst>
            <a:outerShdw sx="100000" sy="100000" kx="0" ky="0" algn="bl" rotWithShape="0" blurRad="25400" dist="50800" dir="2700000">
              <a:srgbClr val="BCA28B">
                <a:alpha val="23000"/>
              </a:srgbClr>
            </a:outerShdw>
          </a:effectLst>
        </p:spPr>
        <p:txBody>
          <a:bodyPr/>
          <a:p/>
        </p:txBody>
      </p:sp>
      <p:pic>
        <p:nvPicPr>
          <p:cNvPr id="11" name="Image 0" descr="/mnt/data/user-kFxlzeVC9OKOiqKtRZPm51O9/56124a42078b40f891e0679f857fd628/mnt/data/media/ppt/media/image4.jpg">    </p:cNvPr>
          <p:cNvPicPr>
            <a:picLocks noChangeAspect="1"/>
          </p:cNvPicPr>
          <p:nvPr/>
        </p:nvPicPr>
        <p:blipFill>
          <a:blip r:embed="rId1"/>
          <a:srcRect l="0" r="0" t="2392" b="2392"/>
          <a:stretch/>
        </p:blipFill>
        <p:spPr>
          <a:xfrm>
            <a:off x="576072" y="2688336"/>
            <a:ext cx="1938528" cy="195681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76072" y="4690872"/>
            <a:ext cx="1938528" cy="0"/>
          </a:xfrm>
          <a:prstGeom prst="line">
            <a:avLst/>
          </a:prstGeom>
          <a:noFill/>
          <a:ln w="27940">
            <a:solidFill>
              <a:srgbClr val="B6176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2743200" y="2743200"/>
            <a:ext cx="3611880" cy="1536192"/>
          </a:xfrm>
          <a:prstGeom prst="roundRect">
            <a:avLst>
              <a:gd name="adj" fmla="val 6548"/>
            </a:avLst>
          </a:prstGeom>
          <a:solidFill>
            <a:srgbClr val="FFF0E6"/>
          </a:solidFill>
          <a:ln w="12700">
            <a:solidFill>
              <a:srgbClr val="FFF0E6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F6D1BA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999232" y="299923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Dra. Lídia Farré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008376" y="345643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700">
                <a:solidFill>
                  <a:srgbClr val="262626"/>
                </a:solidFill>
                <a:latin typeface="Aptos"/>
              </a:rPr>
              <a:t>Catedrática de Universidad</a:t>
            </a:r>
          </a:p>
          <a:p>
            <a:r>
              <a:rPr sz="1700">
                <a:solidFill>
                  <a:srgbClr val="262626"/>
                </a:solidFill>
                <a:latin typeface="Aptos"/>
              </a:rPr>
              <a:t>Economía Aplicada</a:t>
            </a:r>
          </a:p>
        </p:txBody>
      </p:sp>
      <p:sp>
        <p:nvSpPr>
          <p:cNvPr id="16" name="Shape 13"/>
          <p:cNvSpPr/>
          <p:nvPr/>
        </p:nvSpPr>
        <p:spPr>
          <a:xfrm>
            <a:off x="3008376" y="4059936"/>
            <a:ext cx="1335024" cy="0"/>
          </a:xfrm>
          <a:prstGeom prst="line">
            <a:avLst/>
          </a:prstGeom>
          <a:noFill/>
          <a:ln w="29210">
            <a:solidFill>
              <a:srgbClr val="B61760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576072" y="4919472"/>
            <a:ext cx="4480000" cy="713232"/>
          </a:xfrm>
          <a:prstGeom prst="roundRect">
            <a:avLst>
              <a:gd name="adj" fmla="val 11538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F39200">
                <a:alpha val="95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FFD2AB">
                <a:alpha val="19000"/>
              </a:srgbClr>
            </a:outerShdw>
          </a:effectLst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786384" y="509320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000000"/>
                </a:solidFill>
              </a:rPr>
              <a:t>🗓️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124712" y="5029200"/>
            <a:ext cx="2468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2525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Martes: 10/noviembre/2026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786384" y="534009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📍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24712" y="5257800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060">
                <a:solidFill>
                  <a:srgbClr val="262626"/>
                </a:solidFill>
                <a:latin typeface="Aptos"/>
              </a:rPr>
              <a:t>10:00-14:00 horas en el aula D11 de la</a:t>
            </a:r>
          </a:p>
          <a:p>
            <a:r>
              <a:rPr sz="1060">
                <a:solidFill>
                  <a:srgbClr val="262626"/>
                </a:solidFill>
                <a:latin typeface="Aptos"/>
              </a:rPr>
              <a:t>Facultad de Ciencias Económicas y Empresariales</a:t>
            </a:r>
          </a:p>
        </p:txBody>
      </p:sp>
      <p:sp>
        <p:nvSpPr>
          <p:cNvPr id="22" name="Text 19"/>
          <p:cNvSpPr/>
          <p:nvPr/>
        </p:nvSpPr>
        <p:spPr>
          <a:xfrm>
            <a:off x="5115000" y="4700000"/>
            <a:ext cx="11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880" b="1">
                <a:solidFill>
                  <a:srgbClr val="B5530A"/>
                </a:solidFill>
                <a:latin typeface="Aptos"/>
              </a:rPr>
              <a:t>📄 Programa completo</a:t>
            </a:r>
          </a:p>
        </p:txBody>
      </p:sp>
      <p:sp>
        <p:nvSpPr>
          <p:cNvPr id="23" name="Shape 20"/>
          <p:cNvSpPr/>
          <p:nvPr/>
        </p:nvSpPr>
        <p:spPr>
          <a:xfrm>
            <a:off x="713232" y="5760720"/>
            <a:ext cx="4340000" cy="329184"/>
          </a:xfrm>
          <a:prstGeom prst="roundRect">
            <a:avLst>
              <a:gd name="adj" fmla="val 22222"/>
            </a:avLst>
          </a:prstGeom>
          <a:solidFill>
            <a:srgbClr val="FFF7F0"/>
          </a:solidFill>
          <a:ln w="12700">
            <a:solidFill>
              <a:srgbClr val="F3920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923544" y="5843016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A244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✍️  Inscripción gratuita: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2103120" y="5843016"/>
            <a:ext cx="3154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ES" sz="710" b="1" dirty="0">
                <a:solidFill>
                  <a:srgbClr val="7A6F66"/>
                </a:solidFill>
                <a:latin typeface="Aptos" pitchFamily="34" charset="0"/>
              </a:rPr>
              <a:t>formulario disponible próximamente</a:t>
            </a:r>
            <a:endParaRPr lang="en-US" sz="710" dirty="0"/>
          </a:p>
        </p:txBody>
      </p:sp>
      <p:pic>
        <p:nvPicPr>
          <p:cNvPr id="26" name="Image 1" descr="/mnt/data/user-kFxlzeVC9OKOiqKtRZPm51O9/56124a42078b40f891e0679f857fd628/mnt/data/media/ppt/media/image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" y="6254496"/>
            <a:ext cx="749808" cy="502920"/>
          </a:xfrm>
          <a:prstGeom prst="rect">
            <a:avLst/>
          </a:prstGeom>
        </p:spPr>
      </p:pic>
      <p:pic>
        <p:nvPicPr>
          <p:cNvPr id="27" name="Image 2" descr="/mnt/data/user-kFxlzeVC9OKOiqKtRZPm51O9/56124a42078b40f891e0679f857fd628/mnt/data/media/ppt/media/image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5456" y="6327648"/>
            <a:ext cx="1673352" cy="475488"/>
          </a:xfrm>
          <a:prstGeom prst="rect">
            <a:avLst/>
          </a:prstGeom>
        </p:spPr>
      </p:pic>
      <p:pic>
        <p:nvPicPr>
          <p:cNvPr id="28" name="Image 3" descr="/mnt/data/user-kFxlzeVC9OKOiqKtRZPm51O9/56124a42078b40f891e0679f857fd628/mnt/data/media/ppt/media/image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6300216"/>
            <a:ext cx="1609344" cy="475488"/>
          </a:xfrm>
          <a:prstGeom prst="rect">
            <a:avLst/>
          </a:prstGeom>
        </p:spPr>
      </p:pic>
      <p:sp>
        <p:nvSpPr>
          <p:cNvPr id="30" name="QR Card"/>
          <p:cNvSpPr/>
          <p:nvPr/>
        </p:nvSpPr>
        <p:spPr>
          <a:xfrm>
            <a:off x="5172975" y="5019675"/>
            <a:ext cx="1028700" cy="10287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D3C6"/>
            </a:solidFill>
            <a:prstDash val="solid"/>
          </a:ln>
          <a:effectLst>
            <a:outerShdw sx="100000" sy="100000" kx="0" ky="0" algn="tl" rotWithShape="0" blurRad="25400" dist="30480" dir="5400000">
              <a:srgbClr val="BCA28B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31" name="QR Program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29225" y="507682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IV Jornadas Metodológicas — Enfoques Modernos de Difference-in-Differences</dc:title>
  <dc:subject>Improved academic flyer</dc:subject>
  <dc:creator>OpenAI</dc:creator>
  <cp:lastModifiedBy>OpenAI</cp:lastModifiedBy>
  <cp:revision>1</cp:revision>
  <dcterms:created xsi:type="dcterms:W3CDTF">2026-09-18T14:58:00Z</dcterms:created>
  <dcterms:modified xsi:type="dcterms:W3CDTF">2026-09-18T14:58:00Z</dcterms:modified>
</cp:coreProperties>
</file>