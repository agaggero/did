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239305" cy="7239305"/>
  <p:notesSz cx="7239305" cy="723930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9651"/>
            <a:ext cx="4476902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5B5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Universidad de Granada · Facultad de Ciencias Económicas y Empresariales</a:t>
            </a:r>
            <a:endParaRPr lang="en-US" sz="860" dirty="0"/>
          </a:p>
        </p:txBody>
      </p:sp>
      <p:sp>
        <p:nvSpPr>
          <p:cNvPr id="3" name="Text 1"/>
          <p:cNvSpPr/>
          <p:nvPr/>
        </p:nvSpPr>
        <p:spPr>
          <a:xfrm>
            <a:off x="457200" y="571500"/>
            <a:ext cx="4476902" cy="161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b="1" dirty="0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Departamento de Métodos Cuantitativos para la Economía y la Empresa</a:t>
            </a:r>
            <a:endParaRPr lang="en-US" sz="980" dirty="0"/>
          </a:p>
        </p:txBody>
      </p:sp>
      <p:pic>
        <p:nvPicPr>
          <p:cNvPr id="4" name="Image 0" descr="C:/Users/Usuario/Desktop/DiD/assets/accent-gr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552298"/>
            <a:ext cx="609905" cy="4754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857707"/>
            <a:ext cx="6324905" cy="12802"/>
          </a:xfrm>
          <a:prstGeom prst="rect">
            <a:avLst/>
          </a:prstGeom>
          <a:solidFill>
            <a:srgbClr val="E9E6E2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1143000"/>
            <a:ext cx="6324905" cy="161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b="1" spc="160" kern="0" dirty="0">
                <a:solidFill>
                  <a:srgbClr val="B617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IV JORNADAS METODOLÓGICAS · MÉTODOS CUANTITATIVOS</a:t>
            </a:r>
            <a:endParaRPr lang="en-US" sz="960" dirty="0"/>
          </a:p>
        </p:txBody>
      </p:sp>
      <p:sp>
        <p:nvSpPr>
          <p:cNvPr id="7" name="Text 4"/>
          <p:cNvSpPr/>
          <p:nvPr/>
        </p:nvSpPr>
        <p:spPr>
          <a:xfrm>
            <a:off x="457200" y="1429207"/>
            <a:ext cx="632490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3100" b="1" dirty="0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Enfoques modernos de</a:t>
            </a:r>
            <a:endParaRPr lang="en-US" sz="3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3100" b="1" dirty="0">
                <a:solidFill>
                  <a:srgbClr val="C863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Difference-in-Differences</a:t>
            </a:r>
            <a:endParaRPr lang="en-US" sz="3100" dirty="0"/>
          </a:p>
        </p:txBody>
      </p:sp>
      <p:sp>
        <p:nvSpPr>
          <p:cNvPr id="8" name="Text 5"/>
          <p:cNvSpPr/>
          <p:nvPr/>
        </p:nvSpPr>
        <p:spPr>
          <a:xfrm>
            <a:off x="457200" y="2428646"/>
            <a:ext cx="4401007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40" dirty="0">
                <a:solidFill>
                  <a:srgbClr val="5B5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 TWFE clásico a los estimadores robustos que están redefiniendo la evaluación causal de impacto.</a:t>
            </a:r>
            <a:endParaRPr lang="en-US" sz="1240" dirty="0"/>
          </a:p>
        </p:txBody>
      </p:sp>
      <p:pic>
        <p:nvPicPr>
          <p:cNvPr id="9" name="Image 1" descr="C:/Users/Usuario/Desktop/DiD/assets/lidia-farre-rou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0"/>
            <a:ext cx="1123798" cy="112379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90395" y="3409798"/>
            <a:ext cx="3247949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" b="1" spc="150" kern="0" dirty="0">
                <a:solidFill>
                  <a:srgbClr val="B053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PONENTE INVITADA</a:t>
            </a:r>
            <a:endParaRPr lang="en-US" sz="840" dirty="0"/>
          </a:p>
        </p:txBody>
      </p:sp>
      <p:sp>
        <p:nvSpPr>
          <p:cNvPr id="11" name="Text 7"/>
          <p:cNvSpPr/>
          <p:nvPr/>
        </p:nvSpPr>
        <p:spPr>
          <a:xfrm>
            <a:off x="1790395" y="3562502"/>
            <a:ext cx="3247949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b="1" dirty="0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Dra. Lídia Farré</a:t>
            </a:r>
            <a:endParaRPr lang="en-US" sz="1950" dirty="0"/>
          </a:p>
        </p:txBody>
      </p:sp>
      <p:sp>
        <p:nvSpPr>
          <p:cNvPr id="12" name="Text 8"/>
          <p:cNvSpPr/>
          <p:nvPr/>
        </p:nvSpPr>
        <p:spPr>
          <a:xfrm>
            <a:off x="1790395" y="3905402"/>
            <a:ext cx="4304995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5B5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Científica Titular · IAE-CSIC</a:t>
            </a:r>
            <a:endParaRPr lang="en-US" sz="108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5B5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Associate Research Professor · Barcelona School of Economics</a:t>
            </a:r>
            <a:endParaRPr lang="en-US" sz="1080" dirty="0"/>
          </a:p>
        </p:txBody>
      </p:sp>
      <p:sp>
        <p:nvSpPr>
          <p:cNvPr id="13" name="Text 9"/>
          <p:cNvSpPr/>
          <p:nvPr/>
        </p:nvSpPr>
        <p:spPr>
          <a:xfrm>
            <a:off x="457200" y="4562856"/>
            <a:ext cx="19046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📅  Martes </a:t>
            </a:r>
            <a:pPr indent="0" marL="0">
              <a:buNone/>
            </a:pPr>
            <a:r>
              <a:rPr lang="en-US" sz="1120" b="1" dirty="0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nov 2026</a:t>
            </a:r>
            <a:endParaRPr lang="en-US" sz="1120" dirty="0"/>
          </a:p>
        </p:txBody>
      </p:sp>
      <p:sp>
        <p:nvSpPr>
          <p:cNvPr id="14" name="Text 10"/>
          <p:cNvSpPr/>
          <p:nvPr/>
        </p:nvSpPr>
        <p:spPr>
          <a:xfrm>
            <a:off x="2343607" y="4562856"/>
            <a:ext cx="152430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🕙  </a:t>
            </a:r>
            <a:pPr indent="0" marL="0">
              <a:buNone/>
            </a:pPr>
            <a:r>
              <a:rPr lang="en-US" sz="1120" b="1" dirty="0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10:00–14:00 h</a:t>
            </a:r>
            <a:endParaRPr lang="en-US" sz="1120" dirty="0"/>
          </a:p>
        </p:txBody>
      </p:sp>
      <p:sp>
        <p:nvSpPr>
          <p:cNvPr id="15" name="Text 11"/>
          <p:cNvSpPr/>
          <p:nvPr/>
        </p:nvSpPr>
        <p:spPr>
          <a:xfrm>
            <a:off x="3847795" y="4562856"/>
            <a:ext cx="19046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📍  Aula </a:t>
            </a:r>
            <a:pPr indent="0" marL="0">
              <a:buNone/>
            </a:pPr>
            <a:r>
              <a:rPr lang="en-US" sz="1120" b="1" dirty="0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E14</a:t>
            </a:r>
            <a:pPr indent="0" marL="0">
              <a:buNone/>
            </a:pPr>
            <a:r>
              <a:rPr lang="en-US" sz="1120" dirty="0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· FCCEE</a:t>
            </a:r>
            <a:endParaRPr lang="en-US" sz="1120" dirty="0"/>
          </a:p>
        </p:txBody>
      </p:sp>
      <p:sp>
        <p:nvSpPr>
          <p:cNvPr id="16" name="Shape 12"/>
          <p:cNvSpPr/>
          <p:nvPr/>
        </p:nvSpPr>
        <p:spPr>
          <a:xfrm>
            <a:off x="457200" y="5201107"/>
            <a:ext cx="6324905" cy="12802"/>
          </a:xfrm>
          <a:prstGeom prst="rect">
            <a:avLst/>
          </a:prstGeom>
          <a:solidFill>
            <a:srgbClr val="E9E6E2"/>
          </a:solidFill>
          <a:ln/>
        </p:spPr>
      </p:sp>
      <p:sp>
        <p:nvSpPr>
          <p:cNvPr id="17" name="Text 13"/>
          <p:cNvSpPr/>
          <p:nvPr/>
        </p:nvSpPr>
        <p:spPr>
          <a:xfrm>
            <a:off x="457200" y="5734202"/>
            <a:ext cx="2286000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B5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INSCRIPCIÓN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457200" y="5915254"/>
            <a:ext cx="24761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20" b="1" dirty="0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Gratuita </a:t>
            </a:r>
            <a:pPr indent="0" marL="0">
              <a:buNone/>
            </a:pPr>
            <a:r>
              <a:rPr lang="en-US" sz="1420" b="1" dirty="0">
                <a:solidFill>
                  <a:srgbClr val="B053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· abierta</a:t>
            </a:r>
            <a:endParaRPr lang="en-US" sz="1420" dirty="0"/>
          </a:p>
        </p:txBody>
      </p:sp>
      <p:sp>
        <p:nvSpPr>
          <p:cNvPr id="19" name="Text 15"/>
          <p:cNvSpPr/>
          <p:nvPr/>
        </p:nvSpPr>
        <p:spPr>
          <a:xfrm>
            <a:off x="457200" y="6163056"/>
            <a:ext cx="2857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5B5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forms.gle/MQwX7m5SToPd9qHn7</a:t>
            </a:r>
            <a:endParaRPr lang="en-US" sz="960" dirty="0"/>
          </a:p>
        </p:txBody>
      </p:sp>
      <p:pic>
        <p:nvPicPr>
          <p:cNvPr id="20" name="Image 2" descr="C:/Users/Usuario/Desktop/DiD/assets/programa-q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705" y="5410505"/>
            <a:ext cx="914400" cy="9144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810305" y="5695798"/>
            <a:ext cx="1943100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F1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 completo</a:t>
            </a:r>
            <a:endParaRPr lang="en-US" sz="950" dirty="0"/>
          </a:p>
          <a:p>
            <a:pPr algn="r" indent="0" marL="0">
              <a:buNone/>
            </a:pPr>
            <a:r>
              <a:rPr lang="en-US" sz="850" dirty="0">
                <a:solidFill>
                  <a:srgbClr val="5B5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Escanea el código QR</a:t>
            </a:r>
            <a:endParaRPr lang="en-US" sz="950" dirty="0"/>
          </a:p>
        </p:txBody>
      </p:sp>
      <p:pic>
        <p:nvPicPr>
          <p:cNvPr id="22" name="Image 3" descr="C:/Users/Usuario/Desktop/DiD/assets/logo-ugr-rast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454" y="6601054"/>
            <a:ext cx="1104595" cy="314554"/>
          </a:xfrm>
          <a:prstGeom prst="rect">
            <a:avLst/>
          </a:prstGeom>
        </p:spPr>
      </p:pic>
      <p:pic>
        <p:nvPicPr>
          <p:cNvPr id="23" name="Image 4" descr="C:/Users/Usuario/Desktop/DiD/assets/logo-fcce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5651" y="6620256"/>
            <a:ext cx="314554" cy="286207"/>
          </a:xfrm>
          <a:prstGeom prst="rect">
            <a:avLst/>
          </a:prstGeom>
        </p:spPr>
      </p:pic>
      <p:pic>
        <p:nvPicPr>
          <p:cNvPr id="24" name="Image 5" descr="C:/Users/Usuario/Desktop/DiD/assets/logo-dmc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91356" y="6610198"/>
            <a:ext cx="981151" cy="29535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2026-10-09T15:08:28Z</dcterms:created>
  <dcterms:modified xsi:type="dcterms:W3CDTF">2026-10-09T15:08:28Z</dcterms:modified>
</cp:coreProperties>
</file>